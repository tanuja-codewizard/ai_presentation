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5328" y="957082"/>
            <a:ext cx="6245657" cy="8785108"/>
            <a:chOff x="0" y="0"/>
            <a:chExt cx="8327542" cy="11713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27517" cy="11713464"/>
            </a:xfrm>
            <a:custGeom>
              <a:avLst/>
              <a:gdLst/>
              <a:ahLst/>
              <a:cxnLst/>
              <a:rect r="r" b="b" t="t" l="l"/>
              <a:pathLst>
                <a:path h="11713464" w="8327517">
                  <a:moveTo>
                    <a:pt x="0" y="1387983"/>
                  </a:moveTo>
                  <a:cubicBezTo>
                    <a:pt x="0" y="621411"/>
                    <a:pt x="621411" y="0"/>
                    <a:pt x="1387983" y="0"/>
                  </a:cubicBezTo>
                  <a:lnTo>
                    <a:pt x="6939534" y="0"/>
                  </a:lnTo>
                  <a:cubicBezTo>
                    <a:pt x="7706106" y="0"/>
                    <a:pt x="8327517" y="621411"/>
                    <a:pt x="8327517" y="1387983"/>
                  </a:cubicBezTo>
                  <a:lnTo>
                    <a:pt x="8327517" y="10325481"/>
                  </a:lnTo>
                  <a:cubicBezTo>
                    <a:pt x="8327517" y="11092053"/>
                    <a:pt x="7706106" y="11713464"/>
                    <a:pt x="6939534" y="11713464"/>
                  </a:cubicBezTo>
                  <a:lnTo>
                    <a:pt x="1387983" y="11713464"/>
                  </a:lnTo>
                  <a:cubicBezTo>
                    <a:pt x="621411" y="11713464"/>
                    <a:pt x="0" y="11092053"/>
                    <a:pt x="0" y="103254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0686" y="3912118"/>
            <a:ext cx="5490686" cy="796147"/>
            <a:chOff x="0" y="0"/>
            <a:chExt cx="7320915" cy="10615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0915" cy="1061466"/>
            </a:xfrm>
            <a:custGeom>
              <a:avLst/>
              <a:gdLst/>
              <a:ahLst/>
              <a:cxnLst/>
              <a:rect r="r" b="b" t="t" l="l"/>
              <a:pathLst>
                <a:path h="1061466" w="732091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7144004" y="0"/>
                  </a:lnTo>
                  <a:cubicBezTo>
                    <a:pt x="7241667" y="0"/>
                    <a:pt x="7320915" y="79248"/>
                    <a:pt x="7320915" y="176911"/>
                  </a:cubicBezTo>
                  <a:lnTo>
                    <a:pt x="7320915" y="884555"/>
                  </a:lnTo>
                  <a:cubicBezTo>
                    <a:pt x="7320915" y="982218"/>
                    <a:pt x="7241667" y="1061466"/>
                    <a:pt x="714400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0089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320915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AI-Based Tactical Wellness System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549139" y="2979997"/>
            <a:ext cx="5836596" cy="4114800"/>
          </a:xfrm>
          <a:custGeom>
            <a:avLst/>
            <a:gdLst/>
            <a:ahLst/>
            <a:cxnLst/>
            <a:rect r="r" b="b" t="t" l="l"/>
            <a:pathLst>
              <a:path h="4114800" w="5836596">
                <a:moveTo>
                  <a:pt x="0" y="0"/>
                </a:moveTo>
                <a:lnTo>
                  <a:pt x="5836596" y="0"/>
                </a:lnTo>
                <a:lnTo>
                  <a:pt x="58365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0940" y="1212494"/>
            <a:ext cx="9425826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1C2A36"/>
                </a:solidFill>
                <a:latin typeface="Aptos Bold"/>
                <a:ea typeface="Aptos Bold"/>
                <a:cs typeface="Aptos Bold"/>
                <a:sym typeface="Aptos Bold"/>
              </a:rPr>
              <a:t>GameGuard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126" y="2516534"/>
            <a:ext cx="901402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>
                <a:solidFill>
                  <a:srgbClr val="4C5E6C"/>
                </a:solidFill>
                <a:latin typeface="Aptos"/>
                <a:ea typeface="Aptos"/>
                <a:cs typeface="Aptos"/>
                <a:sym typeface="Aptos"/>
              </a:rPr>
              <a:t>Adaptive Preventive Wellness Companion for Gamers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577" y="5330504"/>
            <a:ext cx="393513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C2A36"/>
                </a:solidFill>
                <a:latin typeface="Aptos Bold"/>
                <a:ea typeface="Aptos Bold"/>
                <a:cs typeface="Aptos Bold"/>
                <a:sym typeface="Aptos Bold"/>
              </a:rPr>
              <a:t>Presented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028" y="5920759"/>
            <a:ext cx="873949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2A36"/>
                </a:solidFill>
                <a:latin typeface="Aptos"/>
                <a:ea typeface="Aptos"/>
                <a:cs typeface="Aptos"/>
                <a:sym typeface="Aptos"/>
              </a:rPr>
              <a:t>Tanuja Jadhav   |   PRN: 202501110023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2A36"/>
                </a:solidFill>
                <a:latin typeface="Aptos"/>
                <a:ea typeface="Aptos"/>
                <a:cs typeface="Aptos"/>
                <a:sym typeface="Aptos"/>
              </a:rPr>
              <a:t>Khushi Bode      |   PRN: 20250110032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2A36"/>
                </a:solidFill>
                <a:latin typeface="Aptos"/>
                <a:ea typeface="Aptos"/>
                <a:cs typeface="Aptos"/>
                <a:sym typeface="Aptos"/>
              </a:rPr>
              <a:t>Sharyu Surkute   |   PRN: 202501110028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2A36"/>
                </a:solidFill>
                <a:latin typeface="Aptos"/>
                <a:ea typeface="Aptos"/>
                <a:cs typeface="Aptos"/>
                <a:sym typeface="Aptos"/>
              </a:rPr>
              <a:t>Shrutika Kasbe   |   PRN: 202501110074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674457"/>
            <a:chOff x="0" y="0"/>
            <a:chExt cx="24403063" cy="14232610"/>
          </a:xfrm>
        </p:grpSpPr>
        <p:sp>
          <p:nvSpPr>
            <p:cNvPr name="Freeform 3" id="3" descr="page-1.png"/>
            <p:cNvSpPr/>
            <p:nvPr/>
          </p:nvSpPr>
          <p:spPr>
            <a:xfrm flipH="false" flipV="false" rot="0">
              <a:off x="0" y="0"/>
              <a:ext cx="24403050" cy="14232660"/>
            </a:xfrm>
            <a:custGeom>
              <a:avLst/>
              <a:gdLst/>
              <a:ahLst/>
              <a:cxnLst/>
              <a:rect r="r" b="b" t="t" l="l"/>
              <a:pathLst>
                <a:path h="14232660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232660"/>
                  </a:lnTo>
                  <a:lnTo>
                    <a:pt x="0" y="14232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11" t="0" r="-2211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547903"/>
            <a:chOff x="0" y="0"/>
            <a:chExt cx="24403063" cy="14063871"/>
          </a:xfrm>
        </p:grpSpPr>
        <p:sp>
          <p:nvSpPr>
            <p:cNvPr name="Freeform 3" id="3" descr="page-2.png"/>
            <p:cNvSpPr/>
            <p:nvPr/>
          </p:nvSpPr>
          <p:spPr>
            <a:xfrm flipH="false" flipV="false" rot="0">
              <a:off x="0" y="0"/>
              <a:ext cx="24403050" cy="14063921"/>
            </a:xfrm>
            <a:custGeom>
              <a:avLst/>
              <a:gdLst/>
              <a:ahLst/>
              <a:cxnLst/>
              <a:rect r="r" b="b" t="t" l="l"/>
              <a:pathLst>
                <a:path h="14063921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063921"/>
                  </a:lnTo>
                  <a:lnTo>
                    <a:pt x="0" y="1406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2" t="0" r="-159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819091"/>
            <a:chOff x="0" y="0"/>
            <a:chExt cx="24403063" cy="14425454"/>
          </a:xfrm>
        </p:grpSpPr>
        <p:sp>
          <p:nvSpPr>
            <p:cNvPr name="Freeform 3" id="3" descr="page-3.png"/>
            <p:cNvSpPr/>
            <p:nvPr/>
          </p:nvSpPr>
          <p:spPr>
            <a:xfrm flipH="false" flipV="false" rot="0">
              <a:off x="0" y="0"/>
              <a:ext cx="24403050" cy="14425506"/>
            </a:xfrm>
            <a:custGeom>
              <a:avLst/>
              <a:gdLst/>
              <a:ahLst/>
              <a:cxnLst/>
              <a:rect r="r" b="b" t="t" l="l"/>
              <a:pathLst>
                <a:path h="14425506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425506"/>
                  </a:lnTo>
                  <a:lnTo>
                    <a:pt x="0" y="1442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18" t="0" r="-291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782932"/>
            <a:chOff x="0" y="0"/>
            <a:chExt cx="24403063" cy="14377243"/>
          </a:xfrm>
        </p:grpSpPr>
        <p:sp>
          <p:nvSpPr>
            <p:cNvPr name="Freeform 3" id="3" descr="page-4.png"/>
            <p:cNvSpPr/>
            <p:nvPr/>
          </p:nvSpPr>
          <p:spPr>
            <a:xfrm flipH="false" flipV="false" rot="0">
              <a:off x="0" y="0"/>
              <a:ext cx="24403050" cy="14377295"/>
            </a:xfrm>
            <a:custGeom>
              <a:avLst/>
              <a:gdLst/>
              <a:ahLst/>
              <a:cxnLst/>
              <a:rect r="r" b="b" t="t" l="l"/>
              <a:pathLst>
                <a:path h="14377295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377295"/>
                  </a:lnTo>
                  <a:lnTo>
                    <a:pt x="0" y="14377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41" t="0" r="-274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9278255" cy="10776003"/>
            <a:chOff x="0" y="0"/>
            <a:chExt cx="24384000" cy="13629970"/>
          </a:xfrm>
        </p:grpSpPr>
        <p:sp>
          <p:nvSpPr>
            <p:cNvPr name="Freeform 3" id="3" descr="page-5.png"/>
            <p:cNvSpPr/>
            <p:nvPr/>
          </p:nvSpPr>
          <p:spPr>
            <a:xfrm flipH="false" flipV="false" rot="0">
              <a:off x="0" y="0"/>
              <a:ext cx="24383988" cy="13630021"/>
            </a:xfrm>
            <a:custGeom>
              <a:avLst/>
              <a:gdLst/>
              <a:ahLst/>
              <a:cxnLst/>
              <a:rect r="r" b="b" t="t" l="l"/>
              <a:pathLst>
                <a:path h="13630021" w="24383988">
                  <a:moveTo>
                    <a:pt x="0" y="0"/>
                  </a:moveTo>
                  <a:lnTo>
                    <a:pt x="24383988" y="0"/>
                  </a:lnTo>
                  <a:lnTo>
                    <a:pt x="24383988" y="13630021"/>
                  </a:lnTo>
                  <a:lnTo>
                    <a:pt x="0" y="1363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0" r="-3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656378"/>
            <a:chOff x="0" y="0"/>
            <a:chExt cx="24403063" cy="14208504"/>
          </a:xfrm>
        </p:grpSpPr>
        <p:sp>
          <p:nvSpPr>
            <p:cNvPr name="Freeform 3" id="3" descr="page-6.png"/>
            <p:cNvSpPr/>
            <p:nvPr/>
          </p:nvSpPr>
          <p:spPr>
            <a:xfrm flipH="false" flipV="false" rot="0">
              <a:off x="0" y="0"/>
              <a:ext cx="24403050" cy="14208554"/>
            </a:xfrm>
            <a:custGeom>
              <a:avLst/>
              <a:gdLst/>
              <a:ahLst/>
              <a:cxnLst/>
              <a:rect r="r" b="b" t="t" l="l"/>
              <a:pathLst>
                <a:path h="14208554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208554"/>
                  </a:lnTo>
                  <a:lnTo>
                    <a:pt x="0" y="14208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22" t="0" r="-212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584061"/>
            <a:chOff x="0" y="0"/>
            <a:chExt cx="24403063" cy="14112082"/>
          </a:xfrm>
        </p:grpSpPr>
        <p:sp>
          <p:nvSpPr>
            <p:cNvPr name="Freeform 3" id="3" descr="page-7.png"/>
            <p:cNvSpPr/>
            <p:nvPr/>
          </p:nvSpPr>
          <p:spPr>
            <a:xfrm flipH="false" flipV="false" rot="0">
              <a:off x="0" y="0"/>
              <a:ext cx="24403050" cy="14112132"/>
            </a:xfrm>
            <a:custGeom>
              <a:avLst/>
              <a:gdLst/>
              <a:ahLst/>
              <a:cxnLst/>
              <a:rect r="r" b="b" t="t" l="l"/>
              <a:pathLst>
                <a:path h="14112132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112132"/>
                  </a:lnTo>
                  <a:lnTo>
                    <a:pt x="0" y="14112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8" t="0" r="-1769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547903"/>
            <a:chOff x="0" y="0"/>
            <a:chExt cx="24403063" cy="14063871"/>
          </a:xfrm>
        </p:grpSpPr>
        <p:sp>
          <p:nvSpPr>
            <p:cNvPr name="Freeform 3" id="3" descr="page-8.png"/>
            <p:cNvSpPr/>
            <p:nvPr/>
          </p:nvSpPr>
          <p:spPr>
            <a:xfrm flipH="false" flipV="false" rot="0">
              <a:off x="0" y="0"/>
              <a:ext cx="24403050" cy="14063921"/>
            </a:xfrm>
            <a:custGeom>
              <a:avLst/>
              <a:gdLst/>
              <a:ahLst/>
              <a:cxnLst/>
              <a:rect r="r" b="b" t="t" l="l"/>
              <a:pathLst>
                <a:path h="14063921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063921"/>
                  </a:lnTo>
                  <a:lnTo>
                    <a:pt x="0" y="1406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2" t="0" r="-1592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281"/>
            <a:ext cx="18302297" cy="10547903"/>
            <a:chOff x="0" y="0"/>
            <a:chExt cx="24403063" cy="14063871"/>
          </a:xfrm>
        </p:grpSpPr>
        <p:sp>
          <p:nvSpPr>
            <p:cNvPr name="Freeform 3" id="3" descr="page-9.png"/>
            <p:cNvSpPr/>
            <p:nvPr/>
          </p:nvSpPr>
          <p:spPr>
            <a:xfrm flipH="false" flipV="false" rot="0">
              <a:off x="0" y="0"/>
              <a:ext cx="24403050" cy="14063921"/>
            </a:xfrm>
            <a:custGeom>
              <a:avLst/>
              <a:gdLst/>
              <a:ahLst/>
              <a:cxnLst/>
              <a:rect r="r" b="b" t="t" l="l"/>
              <a:pathLst>
                <a:path h="14063921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4063921"/>
                  </a:lnTo>
                  <a:lnTo>
                    <a:pt x="0" y="1406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2" t="0" r="-1592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71395" y="4274503"/>
            <a:ext cx="834521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DAHXchMYFiI</dc:identifier>
  <dcterms:modified xsi:type="dcterms:W3CDTF">2011-08-01T06:04:30Z</dcterms:modified>
  <cp:revision>1</cp:revision>
  <dc:title>GameGuard_AI_Tactical_Wellness_with_Cover-1.pptx</dc:title>
</cp:coreProperties>
</file>